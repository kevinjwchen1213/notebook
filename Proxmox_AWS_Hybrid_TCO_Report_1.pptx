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04025"/>
  <p:notesSz cx="680402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06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6582" y="1930352"/>
            <a:ext cx="3614661" cy="706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DFE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雲地混合架構與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46741" y="2626294"/>
            <a:ext cx="4099560" cy="648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DFE3E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深度財務透視報告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21342" y="3398435"/>
            <a:ext cx="4248989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9295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針對3-Node Prox mox VE(PVE)轉型與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26422" y="3794665"/>
            <a:ext cx="4363726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19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混合雲方案之5-10年持有成本評估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8499" y="4505847"/>
            <a:ext cx="4114701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89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專為40 VMs規模量身定製的架構與成本決策指南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069040" y="6563196"/>
            <a:ext cx="112265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B4B5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8818" y="3200320"/>
            <a:ext cx="2367173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擺脫 VMware 授權鎖定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4688723" y="3200320"/>
            <a:ext cx="2296819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重度混合雲的財務陷阱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75113" y="3200320"/>
            <a:ext cx="2512008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輕量級「智慧混合」架構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42971" y="3738787"/>
            <a:ext cx="2261125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12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從62-Nodev SAN轉向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05560" y="3743866"/>
            <a:ext cx="2503158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2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盲目採用 AWSOutposts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52909" y="3743866"/>
            <a:ext cx="267099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7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 PVE+PBS 直連 AWS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6614" y="4063898"/>
            <a:ext cx="2409743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497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PVE+Ceph，立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76678" y="4058819"/>
            <a:ext cx="2435931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Rack，5年 TCO 將逼近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722142" y="4053739"/>
            <a:ext cx="2172267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S3，5年總 TCO 僅需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10895" y="4373771"/>
            <a:ext cx="2510382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66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即省下高達80%的虛擬化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42716" y="4404250"/>
            <a:ext cx="1920497" cy="490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E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NT$4,852萬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59299" y="4404250"/>
            <a:ext cx="1645169" cy="47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0C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NT$766萬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168371" y="4693803"/>
            <a:ext cx="222926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5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平台授權與維護成本。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698883" y="4886838"/>
            <a:ext cx="2596030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針對40 VMs的規模，其固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463068" y="4886838"/>
            <a:ext cx="2513835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省下84%預算，同時達成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663323" y="5201790"/>
            <a:ext cx="2727197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定容量與強制支援費將造成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40864" y="5201790"/>
            <a:ext cx="2229478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高耐用性的異地備援。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18915" y="5521822"/>
            <a:ext cx="2008678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極嚴重的成本溢價。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1086" y="736582"/>
            <a:ext cx="3895420" cy="43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F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基礎設施基準(3-Node 叢集)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00352" y="736582"/>
            <a:ext cx="4335006" cy="43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06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5年純地端基準成本(NT$750萬)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312077" y="2113227"/>
            <a:ext cx="608474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A7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□□□0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40129" y="1976071"/>
            <a:ext cx="2654610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505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Breakdown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58084" y="3053004"/>
            <a:ext cx="8427513" cy="44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2F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 + Ceph HCI硬體…T$400萬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71278" y="3317157"/>
            <a:ext cx="2763454" cy="50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1011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 visor (NVMe SD)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532717" y="3840384"/>
            <a:ext cx="4952880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2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機房營運（·費/.…~T$250萬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068243" y="4155336"/>
            <a:ext cx="2144338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F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x Proxmox Backup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961631" y="4170576"/>
            <a:ext cx="134515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(NT$50萬/年)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71278" y="4307732"/>
            <a:ext cx="878406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58084" y="4449969"/>
            <a:ext cx="1376108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(PBS)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2717" y="4851279"/>
            <a:ext cx="4792330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6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軟體訂閱(PVECommunity)……~NT$100萬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650959" y="5145911"/>
            <a:ext cx="4851087" cy="449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1314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40 VMs (112 vCPU, 128 GB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961631" y="5181470"/>
            <a:ext cx="134515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(NT$20萬/年)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078403" y="5440544"/>
            <a:ext cx="2037893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RAM, 3 TB Storage)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338277" y="6613995"/>
            <a:ext cx="690503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565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1629" y="391150"/>
            <a:ext cx="7345955" cy="54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B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方案一：重度混合雲(PVE+AWSOutposts)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46741" y="1092173"/>
            <a:ext cx="7803621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7C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out:無縫接軌 AWS 生態，帶來極低延遲(&lt;10 ms)與極短的復原時間(RTO&lt;1 hr)，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489938" y="1148051"/>
            <a:ext cx="89447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BF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15400" y="1361406"/>
            <a:ext cx="311743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但這份極致性能的代價異常高昂。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337542" y="1381725"/>
            <a:ext cx="1264892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A6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NT$,8萬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49649" y="2158946"/>
            <a:ext cx="645147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5400" y="2087828"/>
            <a:ext cx="1051537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99905" y="2087828"/>
            <a:ext cx="905726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Watch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28372" y="2087828"/>
            <a:ext cx="1356330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FF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lam/Console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25719" y="2301182"/>
            <a:ext cx="903286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C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長期歸檔備份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99905" y="2296103"/>
            <a:ext cx="895887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4B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監控/告警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28372" y="2296103"/>
            <a:ext cx="897953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1C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統一權限管理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799075" y="2306262"/>
            <a:ext cx="1056810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D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Site-to-Site VPN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3738" y="2428179"/>
            <a:ext cx="1218245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(Cloud Layer)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10480" y="2504377"/>
            <a:ext cx="1244572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$0.004/GB/月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94825" y="2494218"/>
            <a:ext cx="901270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ABC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通知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28372" y="2509457"/>
            <a:ext cx="1178534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D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Policy-based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799075" y="2494218"/>
            <a:ext cx="1549365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2C4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或Direct Conect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65368" y="3053004"/>
            <a:ext cx="1353152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4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Link &lt;10 ms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53" y="3754026"/>
            <a:ext cx="965179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D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10480" y="3698148"/>
            <a:ext cx="1010898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7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EC2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42429" y="3703227"/>
            <a:ext cx="1276091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7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NEBS on Outposts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38532" y="3703227"/>
            <a:ext cx="145284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5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on Outposts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672078" y="3698148"/>
            <a:ext cx="151025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7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AWS Outposts Rack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8019" y="4028339"/>
            <a:ext cx="149856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4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(Hybrid Layer)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10480" y="3911502"/>
            <a:ext cx="97495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1B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爆發/備援 VMs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262748" y="3911502"/>
            <a:ext cx="903460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AB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本地儲存 gp2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538532" y="3911502"/>
            <a:ext cx="1073644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C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PBS 備份目的地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682238" y="3916582"/>
            <a:ext cx="1326619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C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月費~$7,148/月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57669" y="4109617"/>
            <a:ext cx="955020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7CD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$0.10/GB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543611" y="4109617"/>
            <a:ext cx="1249652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C6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$0.023/GB/月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682238" y="4104537"/>
            <a:ext cx="1092176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B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 EC2容量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708372" y="4963036"/>
            <a:ext cx="883901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9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備份服務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066773" y="5410065"/>
            <a:ext cx="102613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F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205400" y="5399905"/>
            <a:ext cx="115821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C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Node 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692398" y="5460863"/>
            <a:ext cx="1517628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5B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Backup Server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21342" y="5674218"/>
            <a:ext cx="1717001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E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(On-Prem Layer)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558851" y="5608180"/>
            <a:ext cx="604508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3D7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692398" y="5628499"/>
            <a:ext cx="1078736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5A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VMs每日增量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200320" y="5801215"/>
            <a:ext cx="66546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9D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364346" y="5801215"/>
            <a:ext cx="66546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553771" y="5801215"/>
            <a:ext cx="66546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692398" y="5816455"/>
            <a:ext cx="1179315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AB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vCPU/128 GB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687318" y="5989170"/>
            <a:ext cx="914236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7B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ZFS 去重壓缩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185880" y="6563196"/>
            <a:ext cx="863284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AAA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49" y="279393"/>
            <a:ext cx="1915210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671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Tech-Finance Dashboard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62268" y="558786"/>
            <a:ext cx="7384879" cy="53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88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TCOX 光透視：拆解 Outposts 的「溢價陷阱」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54474" y="1716997"/>
            <a:ext cx="1786675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0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總計 NT$4,852萬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90000" y="2397700"/>
            <a:ext cx="2253964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7CB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純地端成本 NT$750萬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89458" y="2407860"/>
            <a:ext cx="4313375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2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Enterprise Sup port-NT$1,056萬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55944" y="2672013"/>
            <a:ext cx="2677158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2C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(隱蔽強制費用，佔比25.7%)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94090" y="4561726"/>
            <a:ext cx="1976966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1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 Rack租費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80480" y="4571886"/>
            <a:ext cx="2680260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6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附加服務(EBS/S3/資料傳輸)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87413" y="4830959"/>
            <a:ext cx="2077246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5C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NT$2,880萬(佔比70.2%)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46966" y="4820799"/>
            <a:ext cx="1046474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AC1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~NT$166萬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27157" y="5755496"/>
            <a:ext cx="9618099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EA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核心財務盲點：Outposts 採用「固定容量租賃」而非「按使用量計費」。且無論實際用量為何，皆強制綁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879" y="6024729"/>
            <a:ext cx="750996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8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定每月最低$5，500 USD的企業支援費。為40 VMs租賃整座機櫃形同殺雞用牛刀。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74120" y="6563196"/>
            <a:ext cx="111757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786" y="355591"/>
            <a:ext cx="8300516" cy="53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AF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方案二：智慧輕量混合(PVE+PBS+AWSS3)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132812" y="1158211"/>
            <a:ext cx="7863936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0E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繞過重資產的基礎設施租賃，將策略從『運算備援』轉為『資料備援』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132812" y="1503642"/>
            <a:ext cx="6592607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B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直接利用公有雲物件儲存達成99.99999999%資料耐久性。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897733" y="2260543"/>
            <a:ext cx="218670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0C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Rule自動轉存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05527" y="2428179"/>
            <a:ext cx="604508" cy="373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8D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5495" y="2692333"/>
            <a:ext cx="110681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ED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01055" y="2793930"/>
            <a:ext cx="1645882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D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$3 Standard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36072" y="2783770"/>
            <a:ext cx="977329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DC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46486" y="3007285"/>
            <a:ext cx="100099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5A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(近90天)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51311" y="2997125"/>
            <a:ext cx="848335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C5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(長期冷備)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582" y="3677828"/>
            <a:ext cx="1441504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Layer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11087" y="3754026"/>
            <a:ext cx="1673873" cy="23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9C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 TP/TLS Port 443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82013" y="3921662"/>
            <a:ext cx="925666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D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(Bridging)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57094" y="4043579"/>
            <a:ext cx="1915116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FB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免VPN Outposts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53" y="5247509"/>
            <a:ext cx="1031218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7D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44729" y="5318627"/>
            <a:ext cx="1214093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D5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Node 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44601" y="5323707"/>
            <a:ext cx="624828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3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91055" y="5318627"/>
            <a:ext cx="122425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2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Node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037094" y="5217030"/>
            <a:ext cx="2270707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8D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Backup Server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44569" y="5506582"/>
            <a:ext cx="564419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3C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96295" y="5455784"/>
            <a:ext cx="1169332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CD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儲存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372366" y="5450704"/>
            <a:ext cx="1421809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3CE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(40 VMs每日增量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920927" y="5653899"/>
            <a:ext cx="1184612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48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Ceph OSD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399170" y="5658979"/>
            <a:ext cx="1266989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88D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OSD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867253" y="5658979"/>
            <a:ext cx="1184612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64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Ceph OSD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304857" y="5679298"/>
            <a:ext cx="4743234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2B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TB(3 x副本) 直接推送AWSS3 ZFS去重壓缩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920927" y="5989170"/>
            <a:ext cx="2012952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7B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NVMe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862173" y="5938372"/>
            <a:ext cx="2390455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C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SSD分散式 HA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402845" y="5923132"/>
            <a:ext cx="1321250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DC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約2-4小時)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069040" y="6563196"/>
            <a:ext cx="112265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7AD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49" y="350511"/>
            <a:ext cx="5473938" cy="46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TCOX 光透視：輕量雲端備份明細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73163" y="1635719"/>
            <a:ext cx="2483004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雲端帳單/收據(月/年)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44569" y="2438339"/>
            <a:ext cx="1532001" cy="26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Standard儲存：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723547" y="2443419"/>
            <a:ext cx="697234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~$69/月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51151" y="2351981"/>
            <a:ext cx="2038681" cy="53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6E1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總系統5年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1244569" y="2854889"/>
            <a:ext cx="1376363" cy="26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3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Glacier歸檔：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384" y="2859968"/>
            <a:ext cx="605431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~$3/月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82078" y="2915847"/>
            <a:ext cx="2209945" cy="613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AF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(ntS750萬)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1244569" y="3276518"/>
            <a:ext cx="2583886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資料傳輸與Cloud Watch:~$13/月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359" y="3489873"/>
            <a:ext cx="4125826" cy="613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77E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雲端備份(nTS16.3萬)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661118" y="4114697"/>
            <a:ext cx="1873053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5年雲端總支出: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11822" y="4068978"/>
            <a:ext cx="1569684" cy="61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AF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=nT$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1478243" y="4622684"/>
            <a:ext cx="2926010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EA9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仅需 NTS16.3萬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86805" y="5902812"/>
            <a:ext cx="9309425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ZFS 去重壓縮與增量同步，雲端儲存成本相對於硬體攤提幾乎可以忽略不計。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74120" y="6563196"/>
            <a:ext cx="1117575" cy="2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A9A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607</Words>
  <Application>Microsoft Macintosh PowerPoint</Application>
  <PresentationFormat>自訂</PresentationFormat>
  <Paragraphs>151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進文 陳</cp:lastModifiedBy>
  <cp:revision>2</cp:revision>
  <dcterms:created xsi:type="dcterms:W3CDTF">2026-04-20T17:32:29Z</dcterms:created>
  <dcterms:modified xsi:type="dcterms:W3CDTF">2026-04-20T21:50:18Z</dcterms:modified>
</cp:coreProperties>
</file>